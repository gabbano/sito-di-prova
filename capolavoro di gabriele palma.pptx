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Francesca Chies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25T08:19:12.184">
    <p:pos x="3819" y="1036"/>
    <p:text>??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8acdccb7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8acdccb7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8acdccb7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8acdccb7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8acdccb7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8acdccb7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8acdccb7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8acdccb7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8acdccb7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8acdccb7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8acdccb7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8acdccb7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8acdccb7a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8acdccb7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abbano.github.io/sito-di-prov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2026-05-24 alle 11.43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275" y="404200"/>
            <a:ext cx="5941800" cy="2979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-756300" y="1392825"/>
            <a:ext cx="5760000" cy="5760000"/>
          </a:xfrm>
          <a:prstGeom prst="ellipse">
            <a:avLst/>
          </a:prstGeom>
          <a:solidFill>
            <a:srgbClr val="46B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0" y="2474175"/>
            <a:ext cx="4512900" cy="1927329"/>
            <a:chOff x="2171900" y="2444255"/>
            <a:chExt cx="4512900" cy="1130995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2459100" y="3150150"/>
              <a:ext cx="3186900" cy="42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300">
                  <a:solidFill>
                    <a:schemeClr val="dk1"/>
                  </a:solidFill>
                </a:rPr>
                <a:t>Capolavoro di Gabriele Palma</a:t>
              </a:r>
              <a:endParaRPr sz="1300">
                <a:solidFill>
                  <a:schemeClr val="dk1"/>
                </a:solidFill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2171900" y="2444255"/>
              <a:ext cx="4512900" cy="7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3300">
                  <a:solidFill>
                    <a:schemeClr val="dk1"/>
                  </a:solidFill>
                </a:rPr>
                <a:t>Simulazione di pagina </a:t>
              </a:r>
              <a:endParaRPr sz="33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3300">
                  <a:solidFill>
                    <a:schemeClr val="dk1"/>
                  </a:solidFill>
                </a:rPr>
                <a:t>web di una azienda</a:t>
              </a:r>
              <a:endParaRPr sz="33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-133925" y="0"/>
            <a:ext cx="5025000" cy="917700"/>
          </a:xfrm>
          <a:prstGeom prst="roundRect">
            <a:avLst>
              <a:gd fmla="val 16667" name="adj"/>
            </a:avLst>
          </a:prstGeom>
          <a:solidFill>
            <a:srgbClr val="46BAED"/>
          </a:solidFill>
          <a:ln>
            <a:noFill/>
          </a:ln>
        </p:spPr>
        <p:txBody>
          <a:bodyPr anchorCtr="0" anchor="ctr" bIns="111650" lIns="111650" spcFirstLastPara="1" rIns="111650" wrap="square" tIns="111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0"/>
          </a:p>
        </p:txBody>
      </p:sp>
      <p:sp>
        <p:nvSpPr>
          <p:cNvPr id="64" name="Google Shape;64;p14"/>
          <p:cNvSpPr txBox="1"/>
          <p:nvPr/>
        </p:nvSpPr>
        <p:spPr>
          <a:xfrm>
            <a:off x="334125" y="177125"/>
            <a:ext cx="44634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1650" lIns="111650" spcFirstLastPara="1" rIns="111650" wrap="square" tIns="111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198">
                <a:solidFill>
                  <a:schemeClr val="dk1"/>
                </a:solidFill>
              </a:rPr>
              <a:t>Di cosa tratta questo progetto?</a:t>
            </a:r>
            <a:endParaRPr b="1" sz="2198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891525" y="1715188"/>
            <a:ext cx="3348600" cy="22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​Sviluppo di un sito web di simulazione per la gestione delle richieste.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​Flusso di lavoro: l'utente compila il modulo e il sistema invia un'email automatica alla casella aziendale.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66" name="Google Shape;66;p14"/>
          <p:cNvGrpSpPr/>
          <p:nvPr/>
        </p:nvGrpSpPr>
        <p:grpSpPr>
          <a:xfrm>
            <a:off x="4987390" y="345500"/>
            <a:ext cx="3245024" cy="4452589"/>
            <a:chOff x="4789925" y="42825"/>
            <a:chExt cx="3469500" cy="4760600"/>
          </a:xfrm>
        </p:grpSpPr>
        <p:pic>
          <p:nvPicPr>
            <p:cNvPr descr="Affrontare un colloquio di promozione, riposizionamento e assessment da  punto di vista delle soft skills" id="67" name="Google Shape;67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89925" y="42825"/>
              <a:ext cx="3469500" cy="245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>
              <a:noFill/>
            </a:ln>
          </p:spPr>
        </p:pic>
        <p:pic>
          <p:nvPicPr>
            <p:cNvPr descr="Che cos'è un sito web e com'è fatto? Scopriamolo insieme in questa guida" id="68" name="Google Shape;68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9925" y="2494625"/>
              <a:ext cx="3469500" cy="2308800"/>
            </a:xfrm>
            <a:prstGeom prst="round2SameRect">
              <a:avLst>
                <a:gd fmla="val 0" name="adj1"/>
                <a:gd fmla="val 50000" name="adj2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-133925" y="0"/>
            <a:ext cx="5088600" cy="929400"/>
          </a:xfrm>
          <a:prstGeom prst="roundRect">
            <a:avLst>
              <a:gd fmla="val 16667" name="adj"/>
            </a:avLst>
          </a:prstGeom>
          <a:solidFill>
            <a:srgbClr val="46BAED"/>
          </a:solidFill>
          <a:ln>
            <a:noFill/>
          </a:ln>
        </p:spPr>
        <p:txBody>
          <a:bodyPr anchorCtr="0" anchor="ctr" bIns="113050" lIns="113050" spcFirstLastPara="1" rIns="113050" wrap="square" tIns="11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1"/>
          </a:p>
        </p:txBody>
      </p:sp>
      <p:sp>
        <p:nvSpPr>
          <p:cNvPr id="74" name="Google Shape;74;p15"/>
          <p:cNvSpPr txBox="1"/>
          <p:nvPr/>
        </p:nvSpPr>
        <p:spPr>
          <a:xfrm>
            <a:off x="977425" y="179400"/>
            <a:ext cx="28659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050" lIns="113050" spcFirstLastPara="1" rIns="113050" wrap="square" tIns="11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26">
                <a:solidFill>
                  <a:schemeClr val="dk1"/>
                </a:solidFill>
              </a:rPr>
              <a:t>procedura di lavoro</a:t>
            </a:r>
            <a:endParaRPr b="1" sz="2226">
              <a:solidFill>
                <a:schemeClr val="dk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84175" y="1544925"/>
            <a:ext cx="2486700" cy="8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325" lIns="79325" spcFirstLastPara="1" rIns="79325" wrap="square" tIns="79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62">
                <a:solidFill>
                  <a:schemeClr val="dk1"/>
                </a:solidFill>
              </a:rPr>
              <a:t>inizialmente ho usato visual studio core per fare la parte di html e css</a:t>
            </a:r>
            <a:endParaRPr sz="1562">
              <a:solidFill>
                <a:schemeClr val="dk1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84175" y="2421913"/>
            <a:ext cx="2206200" cy="8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325" lIns="79325" spcFirstLastPara="1" rIns="79325" wrap="square" tIns="79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62">
                <a:solidFill>
                  <a:schemeClr val="dk1"/>
                </a:solidFill>
              </a:rPr>
              <a:t>poi ho usato google scripts per fare la parte della email dal sito</a:t>
            </a:r>
            <a:endParaRPr sz="1562">
              <a:solidFill>
                <a:schemeClr val="dk1"/>
              </a:solidFill>
            </a:endParaRPr>
          </a:p>
        </p:txBody>
      </p:sp>
      <p:grpSp>
        <p:nvGrpSpPr>
          <p:cNvPr id="77" name="Google Shape;77;p15"/>
          <p:cNvGrpSpPr/>
          <p:nvPr/>
        </p:nvGrpSpPr>
        <p:grpSpPr>
          <a:xfrm>
            <a:off x="418337" y="3523039"/>
            <a:ext cx="2418381" cy="1299991"/>
            <a:chOff x="1115287" y="2744789"/>
            <a:chExt cx="2418381" cy="1299991"/>
          </a:xfrm>
        </p:grpSpPr>
        <p:pic>
          <p:nvPicPr>
            <p:cNvPr descr="Visual Studio Code - Scarica e installa in Windows | Microsoft Store" id="78" name="Google Shape;78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15287" y="2845059"/>
              <a:ext cx="1199721" cy="11997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33687" y="2744789"/>
              <a:ext cx="1299981" cy="12999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" name="Google Shape;80;p15"/>
          <p:cNvSpPr/>
          <p:nvPr/>
        </p:nvSpPr>
        <p:spPr>
          <a:xfrm>
            <a:off x="3229225" y="3812888"/>
            <a:ext cx="1092000" cy="720300"/>
          </a:xfrm>
          <a:prstGeom prst="rightArrow">
            <a:avLst>
              <a:gd fmla="val 26617" name="adj1"/>
              <a:gd fmla="val 5000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itHub - Wikipedia" id="81" name="Google Shape;81;p15"/>
          <p:cNvPicPr preferRelativeResize="0"/>
          <p:nvPr/>
        </p:nvPicPr>
        <p:blipFill rotWithShape="1">
          <a:blip r:embed="rId5">
            <a:alphaModFix/>
          </a:blip>
          <a:srcRect b="0" l="2716" r="2980" t="4334"/>
          <a:stretch/>
        </p:blipFill>
        <p:spPr>
          <a:xfrm>
            <a:off x="4634725" y="3348850"/>
            <a:ext cx="1530900" cy="15531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6479125" y="3428500"/>
            <a:ext cx="23697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per la parte online mi sono affidato a github pages per caricare tutto sul web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 rot="-3380430">
            <a:off x="5669936" y="2500271"/>
            <a:ext cx="1091733" cy="720223"/>
          </a:xfrm>
          <a:prstGeom prst="rightArrow">
            <a:avLst>
              <a:gd fmla="val 26617" name="adj1"/>
              <a:gd fmla="val 5000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mail - Wikipedia" id="84" name="Google Shape;8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9800" y="929400"/>
            <a:ext cx="1092001" cy="8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6899825" y="562350"/>
            <a:ext cx="17979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infine tutto finisce su gmail con la richiesta </a:t>
            </a:r>
            <a:r>
              <a:rPr lang="it" sz="1800">
                <a:solidFill>
                  <a:schemeClr val="dk1"/>
                </a:solidFill>
              </a:rPr>
              <a:t>all'indirizzo</a:t>
            </a:r>
            <a:r>
              <a:rPr lang="it" sz="1800">
                <a:solidFill>
                  <a:schemeClr val="dk1"/>
                </a:solidFill>
              </a:rPr>
              <a:t> fisso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6"/>
          <p:cNvGrpSpPr/>
          <p:nvPr/>
        </p:nvGrpSpPr>
        <p:grpSpPr>
          <a:xfrm>
            <a:off x="116798" y="1699738"/>
            <a:ext cx="5280912" cy="3443764"/>
            <a:chOff x="81950" y="399750"/>
            <a:chExt cx="4680000" cy="3051900"/>
          </a:xfrm>
        </p:grpSpPr>
        <p:sp>
          <p:nvSpPr>
            <p:cNvPr id="91" name="Google Shape;91;p16"/>
            <p:cNvSpPr/>
            <p:nvPr/>
          </p:nvSpPr>
          <p:spPr>
            <a:xfrm>
              <a:off x="81950" y="399750"/>
              <a:ext cx="4680000" cy="2340000"/>
            </a:xfrm>
            <a:prstGeom prst="roundRect">
              <a:avLst>
                <a:gd fmla="val 2940" name="adj"/>
              </a:avLst>
            </a:prstGeom>
            <a:solidFill>
              <a:schemeClr val="dk2"/>
            </a:solidFill>
            <a:ln cap="flat" cmpd="sng" w="10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200" lIns="103200" spcFirstLastPara="1" rIns="103200" wrap="square" tIns="103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0"/>
            </a:p>
          </p:txBody>
        </p:sp>
        <p:pic>
          <p:nvPicPr>
            <p:cNvPr id="92" name="Google Shape;92;p16" title="Screenshot 2026-05-24 alle 11.43.20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1950" y="489750"/>
              <a:ext cx="4320000" cy="21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16"/>
            <p:cNvSpPr/>
            <p:nvPr/>
          </p:nvSpPr>
          <p:spPr>
            <a:xfrm>
              <a:off x="2350100" y="2739750"/>
              <a:ext cx="148800" cy="619500"/>
            </a:xfrm>
            <a:prstGeom prst="rect">
              <a:avLst/>
            </a:prstGeom>
            <a:solidFill>
              <a:schemeClr val="dk2"/>
            </a:solidFill>
            <a:ln cap="flat" cmpd="sng" w="10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200" lIns="103200" spcFirstLastPara="1" rIns="103200" wrap="square" tIns="103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0"/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980450" y="3359250"/>
              <a:ext cx="2888100" cy="924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dk2"/>
            </a:solidFill>
            <a:ln cap="flat" cmpd="sng" w="10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200" lIns="103200" spcFirstLastPara="1" rIns="103200" wrap="square" tIns="103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0"/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1409788" y="249800"/>
            <a:ext cx="2694900" cy="1149900"/>
            <a:chOff x="3113000" y="296275"/>
            <a:chExt cx="2694900" cy="1149900"/>
          </a:xfrm>
        </p:grpSpPr>
        <p:sp>
          <p:nvSpPr>
            <p:cNvPr id="96" name="Google Shape;96;p16"/>
            <p:cNvSpPr/>
            <p:nvPr/>
          </p:nvSpPr>
          <p:spPr>
            <a:xfrm>
              <a:off x="3113000" y="296275"/>
              <a:ext cx="2694900" cy="1149900"/>
            </a:xfrm>
            <a:prstGeom prst="roundRect">
              <a:avLst>
                <a:gd fmla="val 16667" name="adj"/>
              </a:avLst>
            </a:prstGeom>
            <a:solidFill>
              <a:srgbClr val="46BA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3455614" y="598225"/>
              <a:ext cx="2179800" cy="5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800">
                  <a:solidFill>
                    <a:schemeClr val="dk1"/>
                  </a:solidFill>
                </a:rPr>
                <a:t>Versione per PC:</a:t>
              </a:r>
              <a:endParaRPr b="1" sz="1800">
                <a:solidFill>
                  <a:schemeClr val="dk1"/>
                </a:solidFill>
              </a:endParaRPr>
            </a:p>
          </p:txBody>
        </p:sp>
      </p:grpSp>
      <p:sp>
        <p:nvSpPr>
          <p:cNvPr id="98" name="Google Shape;98;p16"/>
          <p:cNvSpPr txBox="1"/>
          <p:nvPr/>
        </p:nvSpPr>
        <p:spPr>
          <a:xfrm>
            <a:off x="6063500" y="1645900"/>
            <a:ext cx="2427600" cy="24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Come si usa per ogni buon sito ho fatto in due versioni una per PC e una mobile.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Quello che cambia </a:t>
            </a:r>
            <a:r>
              <a:rPr lang="it" sz="1800">
                <a:solidFill>
                  <a:schemeClr val="dk1"/>
                </a:solidFill>
              </a:rPr>
              <a:t>tra una versione e l altra è il metodo di visualizazione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17"/>
          <p:cNvGrpSpPr/>
          <p:nvPr/>
        </p:nvGrpSpPr>
        <p:grpSpPr>
          <a:xfrm>
            <a:off x="23600" y="0"/>
            <a:ext cx="2785800" cy="5143500"/>
            <a:chOff x="23600" y="0"/>
            <a:chExt cx="2785800" cy="5143500"/>
          </a:xfrm>
        </p:grpSpPr>
        <p:sp>
          <p:nvSpPr>
            <p:cNvPr id="104" name="Google Shape;104;p17"/>
            <p:cNvSpPr/>
            <p:nvPr/>
          </p:nvSpPr>
          <p:spPr>
            <a:xfrm>
              <a:off x="23600" y="0"/>
              <a:ext cx="2785800" cy="51435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215600" y="286425"/>
              <a:ext cx="2401800" cy="4688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1326500" y="58925"/>
              <a:ext cx="180000" cy="180000"/>
            </a:xfrm>
            <a:prstGeom prst="ellipse">
              <a:avLst/>
            </a:prstGeom>
            <a:solidFill>
              <a:srgbClr val="474747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7" name="Google Shape;1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850" y="279875"/>
            <a:ext cx="2417100" cy="4677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grpSp>
        <p:nvGrpSpPr>
          <p:cNvPr id="108" name="Google Shape;108;p17"/>
          <p:cNvGrpSpPr/>
          <p:nvPr/>
        </p:nvGrpSpPr>
        <p:grpSpPr>
          <a:xfrm>
            <a:off x="4406713" y="221800"/>
            <a:ext cx="2694900" cy="1149900"/>
            <a:chOff x="1409788" y="249800"/>
            <a:chExt cx="2694900" cy="1149900"/>
          </a:xfrm>
        </p:grpSpPr>
        <p:sp>
          <p:nvSpPr>
            <p:cNvPr id="109" name="Google Shape;109;p17"/>
            <p:cNvSpPr/>
            <p:nvPr/>
          </p:nvSpPr>
          <p:spPr>
            <a:xfrm>
              <a:off x="1409788" y="249800"/>
              <a:ext cx="2694900" cy="1149900"/>
            </a:xfrm>
            <a:prstGeom prst="roundRect">
              <a:avLst>
                <a:gd fmla="val 16667" name="adj"/>
              </a:avLst>
            </a:prstGeom>
            <a:solidFill>
              <a:srgbClr val="46BA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 txBox="1"/>
            <p:nvPr/>
          </p:nvSpPr>
          <p:spPr>
            <a:xfrm>
              <a:off x="1513600" y="551750"/>
              <a:ext cx="2487300" cy="5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800">
                  <a:solidFill>
                    <a:schemeClr val="dk1"/>
                  </a:solidFill>
                </a:rPr>
                <a:t>versione per mobile:</a:t>
              </a:r>
              <a:endParaRPr b="1" sz="1800">
                <a:solidFill>
                  <a:schemeClr val="dk1"/>
                </a:solidFill>
              </a:endParaRPr>
            </a:p>
          </p:txBody>
        </p:sp>
      </p:grpSp>
      <p:sp>
        <p:nvSpPr>
          <p:cNvPr id="111" name="Google Shape;111;p17"/>
          <p:cNvSpPr txBox="1"/>
          <p:nvPr/>
        </p:nvSpPr>
        <p:spPr>
          <a:xfrm>
            <a:off x="3396175" y="1672700"/>
            <a:ext cx="4716000" cy="13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questo è un piccolo esempio di come </a:t>
            </a:r>
            <a:r>
              <a:rPr lang="it" sz="1800">
                <a:solidFill>
                  <a:schemeClr val="dk1"/>
                </a:solidFill>
              </a:rPr>
              <a:t>l'adattamento</a:t>
            </a:r>
            <a:r>
              <a:rPr lang="it" sz="1800">
                <a:solidFill>
                  <a:schemeClr val="dk1"/>
                </a:solidFill>
              </a:rPr>
              <a:t> del sito anche per dispositivi mobile.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qui </a:t>
            </a:r>
            <a:r>
              <a:rPr lang="it" sz="1800">
                <a:solidFill>
                  <a:schemeClr val="dk1"/>
                </a:solidFill>
              </a:rPr>
              <a:t>nell'immagine</a:t>
            </a:r>
            <a:r>
              <a:rPr lang="it" sz="1800">
                <a:solidFill>
                  <a:schemeClr val="dk1"/>
                </a:solidFill>
              </a:rPr>
              <a:t> si </a:t>
            </a:r>
            <a:r>
              <a:rPr lang="it" sz="1800">
                <a:solidFill>
                  <a:schemeClr val="dk1"/>
                </a:solidFill>
              </a:rPr>
              <a:t>può</a:t>
            </a:r>
            <a:r>
              <a:rPr lang="it" sz="1800">
                <a:solidFill>
                  <a:schemeClr val="dk1"/>
                </a:solidFill>
              </a:rPr>
              <a:t> vedere la home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075" y="152400"/>
            <a:ext cx="3057900" cy="4838700"/>
          </a:xfrm>
          <a:prstGeom prst="roundRect">
            <a:avLst>
              <a:gd fmla="val 6051" name="adj"/>
            </a:avLst>
          </a:prstGeom>
          <a:noFill/>
          <a:ln>
            <a:noFill/>
          </a:ln>
        </p:spPr>
      </p:pic>
      <p:grpSp>
        <p:nvGrpSpPr>
          <p:cNvPr id="117" name="Google Shape;117;p18"/>
          <p:cNvGrpSpPr/>
          <p:nvPr/>
        </p:nvGrpSpPr>
        <p:grpSpPr>
          <a:xfrm>
            <a:off x="4395050" y="249800"/>
            <a:ext cx="3538500" cy="1149900"/>
            <a:chOff x="4395050" y="249800"/>
            <a:chExt cx="3538500" cy="1149900"/>
          </a:xfrm>
        </p:grpSpPr>
        <p:sp>
          <p:nvSpPr>
            <p:cNvPr id="118" name="Google Shape;118;p18"/>
            <p:cNvSpPr/>
            <p:nvPr/>
          </p:nvSpPr>
          <p:spPr>
            <a:xfrm>
              <a:off x="4395050" y="249800"/>
              <a:ext cx="3538500" cy="1149900"/>
            </a:xfrm>
            <a:prstGeom prst="roundRect">
              <a:avLst>
                <a:gd fmla="val 16667" name="adj"/>
              </a:avLst>
            </a:prstGeom>
            <a:solidFill>
              <a:srgbClr val="46BA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8"/>
            <p:cNvSpPr txBox="1"/>
            <p:nvPr/>
          </p:nvSpPr>
          <p:spPr>
            <a:xfrm>
              <a:off x="4844904" y="551750"/>
              <a:ext cx="2638800" cy="5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800">
                  <a:solidFill>
                    <a:schemeClr val="dk1"/>
                  </a:solidFill>
                </a:rPr>
                <a:t>il form della richiesta</a:t>
              </a:r>
              <a:r>
                <a:rPr b="1" lang="it" sz="1800">
                  <a:solidFill>
                    <a:schemeClr val="dk1"/>
                  </a:solidFill>
                </a:rPr>
                <a:t>:</a:t>
              </a:r>
              <a:endParaRPr b="1" sz="1800">
                <a:solidFill>
                  <a:schemeClr val="dk1"/>
                </a:solidFill>
              </a:endParaRPr>
            </a:p>
          </p:txBody>
        </p:sp>
      </p:grpSp>
      <p:sp>
        <p:nvSpPr>
          <p:cNvPr id="120" name="Google Shape;120;p18"/>
          <p:cNvSpPr txBox="1"/>
          <p:nvPr/>
        </p:nvSpPr>
        <p:spPr>
          <a:xfrm>
            <a:off x="4526450" y="1974700"/>
            <a:ext cx="3275700" cy="15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questo è la parte bassa del sito in cui si trova il form della richiesta che poi </a:t>
            </a:r>
            <a:r>
              <a:rPr lang="it" sz="1800">
                <a:solidFill>
                  <a:schemeClr val="dk1"/>
                </a:solidFill>
              </a:rPr>
              <a:t>manderà</a:t>
            </a:r>
            <a:r>
              <a:rPr lang="it" sz="1800">
                <a:solidFill>
                  <a:schemeClr val="dk1"/>
                </a:solidFill>
              </a:rPr>
              <a:t> una email con i dati mandati e il pdf che si allega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9"/>
          <p:cNvGrpSpPr/>
          <p:nvPr/>
        </p:nvGrpSpPr>
        <p:grpSpPr>
          <a:xfrm>
            <a:off x="247785" y="790340"/>
            <a:ext cx="4712747" cy="3562827"/>
            <a:chOff x="253000" y="57150"/>
            <a:chExt cx="4785000" cy="3617450"/>
          </a:xfrm>
        </p:grpSpPr>
        <p:pic>
          <p:nvPicPr>
            <p:cNvPr id="126" name="Google Shape;126;p19" title="Screenshot 2026-05-24 alle 11.42.53.png"/>
            <p:cNvPicPr preferRelativeResize="0"/>
            <p:nvPr/>
          </p:nvPicPr>
          <p:blipFill rotWithShape="1">
            <a:blip r:embed="rId3">
              <a:alphaModFix/>
            </a:blip>
            <a:srcRect b="3054" l="0" r="0" t="0"/>
            <a:stretch/>
          </p:blipFill>
          <p:spPr>
            <a:xfrm>
              <a:off x="446112" y="563200"/>
              <a:ext cx="4398776" cy="303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19"/>
            <p:cNvSpPr/>
            <p:nvPr/>
          </p:nvSpPr>
          <p:spPr>
            <a:xfrm>
              <a:off x="253000" y="483700"/>
              <a:ext cx="4785000" cy="79500"/>
            </a:xfrm>
            <a:prstGeom prst="round2SameRect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25" lIns="90025" spcFirstLastPara="1" rIns="90025" wrap="square" tIns="90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79"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253000" y="3595100"/>
              <a:ext cx="4785000" cy="79500"/>
            </a:xfrm>
            <a:prstGeom prst="round2SameRect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25" lIns="90025" spcFirstLastPara="1" rIns="90025" wrap="square" tIns="90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79"/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2388850" y="57150"/>
              <a:ext cx="513300" cy="461400"/>
            </a:xfrm>
            <a:prstGeom prst="triangle">
              <a:avLst>
                <a:gd fmla="val 50000" name="adj"/>
              </a:avLst>
            </a:prstGeom>
            <a:noFill/>
            <a:ln cap="flat" cmpd="sng" w="75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025" lIns="90025" spcFirstLastPara="1" rIns="90025" wrap="square" tIns="90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79"/>
            </a:p>
          </p:txBody>
        </p:sp>
      </p:grpSp>
      <p:grpSp>
        <p:nvGrpSpPr>
          <p:cNvPr id="130" name="Google Shape;130;p19"/>
          <p:cNvGrpSpPr/>
          <p:nvPr/>
        </p:nvGrpSpPr>
        <p:grpSpPr>
          <a:xfrm>
            <a:off x="5115339" y="273025"/>
            <a:ext cx="2470145" cy="1149900"/>
            <a:chOff x="3113000" y="296275"/>
            <a:chExt cx="2694900" cy="1149900"/>
          </a:xfrm>
        </p:grpSpPr>
        <p:sp>
          <p:nvSpPr>
            <p:cNvPr id="131" name="Google Shape;131;p19"/>
            <p:cNvSpPr/>
            <p:nvPr/>
          </p:nvSpPr>
          <p:spPr>
            <a:xfrm>
              <a:off x="3113000" y="296275"/>
              <a:ext cx="2694900" cy="1149900"/>
            </a:xfrm>
            <a:prstGeom prst="roundRect">
              <a:avLst>
                <a:gd fmla="val 16667" name="adj"/>
              </a:avLst>
            </a:prstGeom>
            <a:solidFill>
              <a:srgbClr val="46BA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9"/>
            <p:cNvSpPr txBox="1"/>
            <p:nvPr/>
          </p:nvSpPr>
          <p:spPr>
            <a:xfrm>
              <a:off x="3455600" y="598225"/>
              <a:ext cx="2009700" cy="5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800">
                  <a:solidFill>
                    <a:schemeClr val="dk1"/>
                  </a:solidFill>
                </a:rPr>
                <a:t>risultato finale</a:t>
              </a:r>
              <a:r>
                <a:rPr b="1" lang="it" sz="1800">
                  <a:solidFill>
                    <a:schemeClr val="dk1"/>
                  </a:solidFill>
                </a:rPr>
                <a:t>:</a:t>
              </a:r>
              <a:endParaRPr b="1" sz="1800">
                <a:solidFill>
                  <a:schemeClr val="dk1"/>
                </a:solidFill>
              </a:endParaRPr>
            </a:p>
          </p:txBody>
        </p:sp>
      </p:grpSp>
      <p:sp>
        <p:nvSpPr>
          <p:cNvPr id="133" name="Google Shape;133;p19"/>
          <p:cNvSpPr txBox="1"/>
          <p:nvPr/>
        </p:nvSpPr>
        <p:spPr>
          <a:xfrm>
            <a:off x="5115350" y="1591375"/>
            <a:ext cx="2470200" cy="15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questo è un esempio di quello che si </a:t>
            </a:r>
            <a:r>
              <a:rPr lang="it" sz="1800">
                <a:solidFill>
                  <a:schemeClr val="dk1"/>
                </a:solidFill>
              </a:rPr>
              <a:t>vedrà</a:t>
            </a:r>
            <a:r>
              <a:rPr lang="it" sz="1800">
                <a:solidFill>
                  <a:schemeClr val="dk1"/>
                </a:solidFill>
              </a:rPr>
              <a:t> sulla email che è stata impostata come ricevente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859250" y="2148925"/>
            <a:ext cx="54255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900">
                <a:solidFill>
                  <a:schemeClr val="dk2"/>
                </a:solidFill>
              </a:rPr>
              <a:t>grazie dell’ attenzione</a:t>
            </a:r>
            <a:endParaRPr b="1" sz="3900">
              <a:solidFill>
                <a:schemeClr val="dk2"/>
              </a:solidFill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3381300" y="3206000"/>
            <a:ext cx="2381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400" u="sng">
                <a:solidFill>
                  <a:schemeClr val="hlink"/>
                </a:solidFill>
                <a:hlinkClick r:id="rId3"/>
              </a:rPr>
              <a:t>link del sito</a:t>
            </a:r>
            <a:endParaRPr sz="3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